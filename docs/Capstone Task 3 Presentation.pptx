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0F6C0-EFF6-4BAF-B255-4CEB58C8553E}" v="258" dt="2025-12-15T04:04:02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las Taylor" userId="63a04d054ea7db99" providerId="LiveId" clId="{7DD8132B-6B5B-4778-BFC8-49BD314FA089}"/>
    <pc:docChg chg="undo custSel addSld modSld">
      <pc:chgData name="Dallas Taylor" userId="63a04d054ea7db99" providerId="LiveId" clId="{7DD8132B-6B5B-4778-BFC8-49BD314FA089}" dt="2025-12-15T04:06:18.683" v="1737" actId="26606"/>
      <pc:docMkLst>
        <pc:docMk/>
      </pc:docMkLst>
      <pc:sldChg chg="addSp modSp new mod setBg">
        <pc:chgData name="Dallas Taylor" userId="63a04d054ea7db99" providerId="LiveId" clId="{7DD8132B-6B5B-4778-BFC8-49BD314FA089}" dt="2025-12-15T04:04:44.565" v="1720" actId="1076"/>
        <pc:sldMkLst>
          <pc:docMk/>
          <pc:sldMk cId="3108979235" sldId="256"/>
        </pc:sldMkLst>
        <pc:spChg chg="mo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2" creationId="{87FC4CE1-084A-2D30-2FD8-40755FC1AEC5}"/>
          </ac:spMkLst>
        </pc:spChg>
        <pc:spChg chg="mod">
          <ac:chgData name="Dallas Taylor" userId="63a04d054ea7db99" providerId="LiveId" clId="{7DD8132B-6B5B-4778-BFC8-49BD314FA089}" dt="2025-12-15T04:04:44.565" v="1720" actId="1076"/>
          <ac:spMkLst>
            <pc:docMk/>
            <pc:sldMk cId="3108979235" sldId="256"/>
            <ac:spMk id="3" creationId="{6F4AC960-E995-FFC1-4BD1-27ED8F7147F2}"/>
          </ac:spMkLst>
        </pc:spChg>
        <pc:spChg chg="add mod">
          <ac:chgData name="Dallas Taylor" userId="63a04d054ea7db99" providerId="LiveId" clId="{7DD8132B-6B5B-4778-BFC8-49BD314FA089}" dt="2025-12-15T04:04:22.660" v="1711" actId="1076"/>
          <ac:spMkLst>
            <pc:docMk/>
            <pc:sldMk cId="3108979235" sldId="256"/>
            <ac:spMk id="4" creationId="{4604FD57-6B83-AFCD-8792-C4D0B4D0FB57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8" creationId="{1A3C89F8-0D2F-47FF-B903-151248265F47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10" creationId="{C5CB530E-515E-412C-9DF1-5F8FFBD6F383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12" creationId="{712D4376-A578-4FF1-94FC-245E7A6A489F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14" creationId="{AEA7509D-F04F-40CB-A0B3-EEF16499CC9F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18" creationId="{508BEF50-7B1E-49A4-BC19-5F4F1D755E64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20" creationId="{3FBAD350-5664-4811-A208-657FB882D350}"/>
          </ac:spMkLst>
        </pc:spChg>
        <pc:spChg chg="add">
          <ac:chgData name="Dallas Taylor" userId="63a04d054ea7db99" providerId="LiveId" clId="{7DD8132B-6B5B-4778-BFC8-49BD314FA089}" dt="2025-12-15T04:03:24.852" v="1689" actId="26606"/>
          <ac:spMkLst>
            <pc:docMk/>
            <pc:sldMk cId="3108979235" sldId="256"/>
            <ac:spMk id="22" creationId="{C39ADB8F-D187-49D7-BDCF-C1B6DC727068}"/>
          </ac:spMkLst>
        </pc:spChg>
        <pc:cxnChg chg="add">
          <ac:chgData name="Dallas Taylor" userId="63a04d054ea7db99" providerId="LiveId" clId="{7DD8132B-6B5B-4778-BFC8-49BD314FA089}" dt="2025-12-15T04:03:24.852" v="1689" actId="26606"/>
          <ac:cxnSpMkLst>
            <pc:docMk/>
            <pc:sldMk cId="3108979235" sldId="256"/>
            <ac:cxnSpMk id="16" creationId="{56020367-4FD5-4596-8E10-C5F095CD8DBF}"/>
          </ac:cxnSpMkLst>
        </pc:cxnChg>
      </pc:sldChg>
      <pc:sldChg chg="addSp modSp new mod setBg">
        <pc:chgData name="Dallas Taylor" userId="63a04d054ea7db99" providerId="LiveId" clId="{7DD8132B-6B5B-4778-BFC8-49BD314FA089}" dt="2025-12-15T04:04:54.224" v="1721" actId="26606"/>
        <pc:sldMkLst>
          <pc:docMk/>
          <pc:sldMk cId="2050934618" sldId="257"/>
        </pc:sldMkLst>
        <pc:spChg chg="mo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2" creationId="{FF27C7C5-F35E-E0F3-DD72-999CCB88CB16}"/>
          </ac:spMkLst>
        </pc:spChg>
        <pc:spChg chg="mo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3" creationId="{8B17C82C-A93F-960E-3684-A30F034DD57B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8" creationId="{1A3C89F8-0D2F-47FF-B903-151248265F47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10" creationId="{C5CB530E-515E-412C-9DF1-5F8FFBD6F383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12" creationId="{712D4376-A578-4FF1-94FC-245E7A6A489F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14" creationId="{AEA7509D-F04F-40CB-A0B3-EEF16499CC9F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18" creationId="{508BEF50-7B1E-49A4-BC19-5F4F1D755E64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20" creationId="{3FBAD350-5664-4811-A208-657FB882D350}"/>
          </ac:spMkLst>
        </pc:spChg>
        <pc:spChg chg="add">
          <ac:chgData name="Dallas Taylor" userId="63a04d054ea7db99" providerId="LiveId" clId="{7DD8132B-6B5B-4778-BFC8-49BD314FA089}" dt="2025-12-15T04:04:54.224" v="1721" actId="26606"/>
          <ac:spMkLst>
            <pc:docMk/>
            <pc:sldMk cId="2050934618" sldId="257"/>
            <ac:spMk id="22" creationId="{C39ADB8F-D187-49D7-BDCF-C1B6DC727068}"/>
          </ac:spMkLst>
        </pc:spChg>
        <pc:cxnChg chg="add">
          <ac:chgData name="Dallas Taylor" userId="63a04d054ea7db99" providerId="LiveId" clId="{7DD8132B-6B5B-4778-BFC8-49BD314FA089}" dt="2025-12-15T04:04:54.224" v="1721" actId="26606"/>
          <ac:cxnSpMkLst>
            <pc:docMk/>
            <pc:sldMk cId="2050934618" sldId="257"/>
            <ac:cxnSpMk id="16" creationId="{56020367-4FD5-4596-8E10-C5F095CD8DBF}"/>
          </ac:cxnSpMkLst>
        </pc:cxnChg>
      </pc:sldChg>
      <pc:sldChg chg="addSp delSp modSp new mod setBg">
        <pc:chgData name="Dallas Taylor" userId="63a04d054ea7db99" providerId="LiveId" clId="{7DD8132B-6B5B-4778-BFC8-49BD314FA089}" dt="2025-12-15T04:05:07.852" v="1726" actId="26606"/>
        <pc:sldMkLst>
          <pc:docMk/>
          <pc:sldMk cId="3773348820" sldId="258"/>
        </pc:sldMkLst>
        <pc:spChg chg="mod">
          <ac:chgData name="Dallas Taylor" userId="63a04d054ea7db99" providerId="LiveId" clId="{7DD8132B-6B5B-4778-BFC8-49BD314FA089}" dt="2025-12-15T04:05:07.852" v="1726" actId="26606"/>
          <ac:spMkLst>
            <pc:docMk/>
            <pc:sldMk cId="3773348820" sldId="258"/>
            <ac:spMk id="2" creationId="{C9EF2284-C9F4-C03C-8A97-0ABA4FDC231C}"/>
          </ac:spMkLst>
        </pc:spChg>
        <pc:spChg chg="add del mod">
          <ac:chgData name="Dallas Taylor" userId="63a04d054ea7db99" providerId="LiveId" clId="{7DD8132B-6B5B-4778-BFC8-49BD314FA089}" dt="2025-12-15T04:05:07.852" v="1726" actId="26606"/>
          <ac:spMkLst>
            <pc:docMk/>
            <pc:sldMk cId="3773348820" sldId="258"/>
            <ac:spMk id="3" creationId="{20DC1D33-8F43-6B53-BEF0-0081BA684F5A}"/>
          </ac:spMkLst>
        </pc:spChg>
        <pc:spChg chg="add del">
          <ac:chgData name="Dallas Taylor" userId="63a04d054ea7db99" providerId="LiveId" clId="{7DD8132B-6B5B-4778-BFC8-49BD314FA089}" dt="2025-12-15T04:05:02.804" v="1723" actId="26606"/>
          <ac:spMkLst>
            <pc:docMk/>
            <pc:sldMk cId="3773348820" sldId="258"/>
            <ac:spMk id="8" creationId="{A2679492-7988-4050-9056-542444452411}"/>
          </ac:spMkLst>
        </pc:spChg>
        <pc:spChg chg="add del">
          <ac:chgData name="Dallas Taylor" userId="63a04d054ea7db99" providerId="LiveId" clId="{7DD8132B-6B5B-4778-BFC8-49BD314FA089}" dt="2025-12-15T04:05:07.836" v="1725" actId="26606"/>
          <ac:spMkLst>
            <pc:docMk/>
            <pc:sldMk cId="3773348820" sldId="258"/>
            <ac:spMk id="9" creationId="{BACC6370-2D7E-4714-9D71-7542949D7D5D}"/>
          </ac:spMkLst>
        </pc:spChg>
        <pc:spChg chg="add del">
          <ac:chgData name="Dallas Taylor" userId="63a04d054ea7db99" providerId="LiveId" clId="{7DD8132B-6B5B-4778-BFC8-49BD314FA089}" dt="2025-12-15T04:05:02.804" v="1723" actId="26606"/>
          <ac:spMkLst>
            <pc:docMk/>
            <pc:sldMk cId="3773348820" sldId="258"/>
            <ac:spMk id="10" creationId="{B091B163-7D61-4891-ABCF-5C13D9C418D0}"/>
          </ac:spMkLst>
        </pc:spChg>
        <pc:spChg chg="add del">
          <ac:chgData name="Dallas Taylor" userId="63a04d054ea7db99" providerId="LiveId" clId="{7DD8132B-6B5B-4778-BFC8-49BD314FA089}" dt="2025-12-15T04:05:07.836" v="1725" actId="26606"/>
          <ac:spMkLst>
            <pc:docMk/>
            <pc:sldMk cId="3773348820" sldId="258"/>
            <ac:spMk id="11" creationId="{F68B3F68-107C-434F-AA38-110D5EA91B85}"/>
          </ac:spMkLst>
        </pc:spChg>
        <pc:spChg chg="add del">
          <ac:chgData name="Dallas Taylor" userId="63a04d054ea7db99" providerId="LiveId" clId="{7DD8132B-6B5B-4778-BFC8-49BD314FA089}" dt="2025-12-15T04:05:07.836" v="1725" actId="26606"/>
          <ac:spMkLst>
            <pc:docMk/>
            <pc:sldMk cId="3773348820" sldId="258"/>
            <ac:spMk id="19" creationId="{AAD0DBB9-1A4B-4391-81D4-CB19F9AB918A}"/>
          </ac:spMkLst>
        </pc:spChg>
        <pc:spChg chg="add del">
          <ac:chgData name="Dallas Taylor" userId="63a04d054ea7db99" providerId="LiveId" clId="{7DD8132B-6B5B-4778-BFC8-49BD314FA089}" dt="2025-12-15T04:05:07.836" v="1725" actId="26606"/>
          <ac:spMkLst>
            <pc:docMk/>
            <pc:sldMk cId="3773348820" sldId="258"/>
            <ac:spMk id="20" creationId="{063BBA22-50EA-4C4D-BE05-F1CE4E63AA56}"/>
          </ac:spMkLst>
        </pc:spChg>
        <pc:spChg chg="add">
          <ac:chgData name="Dallas Taylor" userId="63a04d054ea7db99" providerId="LiveId" clId="{7DD8132B-6B5B-4778-BFC8-49BD314FA089}" dt="2025-12-15T04:05:07.852" v="1726" actId="26606"/>
          <ac:spMkLst>
            <pc:docMk/>
            <pc:sldMk cId="3773348820" sldId="258"/>
            <ac:spMk id="22" creationId="{A2679492-7988-4050-9056-542444452411}"/>
          </ac:spMkLst>
        </pc:spChg>
        <pc:spChg chg="add">
          <ac:chgData name="Dallas Taylor" userId="63a04d054ea7db99" providerId="LiveId" clId="{7DD8132B-6B5B-4778-BFC8-49BD314FA089}" dt="2025-12-15T04:05:07.852" v="1726" actId="26606"/>
          <ac:spMkLst>
            <pc:docMk/>
            <pc:sldMk cId="3773348820" sldId="258"/>
            <ac:spMk id="23" creationId="{B091B163-7D61-4891-ABCF-5C13D9C418D0}"/>
          </ac:spMkLst>
        </pc:spChg>
        <pc:spChg chg="add">
          <ac:chgData name="Dallas Taylor" userId="63a04d054ea7db99" providerId="LiveId" clId="{7DD8132B-6B5B-4778-BFC8-49BD314FA089}" dt="2025-12-15T04:05:07.852" v="1726" actId="26606"/>
          <ac:spMkLst>
            <pc:docMk/>
            <pc:sldMk cId="3773348820" sldId="258"/>
            <ac:spMk id="25" creationId="{20DC1D33-8F43-6B53-BEF0-0081BA684F5A}"/>
          </ac:spMkLst>
        </pc:spChg>
        <pc:grpChg chg="add del">
          <ac:chgData name="Dallas Taylor" userId="63a04d054ea7db99" providerId="LiveId" clId="{7DD8132B-6B5B-4778-BFC8-49BD314FA089}" dt="2025-12-15T04:05:02.804" v="1723" actId="26606"/>
          <ac:grpSpMkLst>
            <pc:docMk/>
            <pc:sldMk cId="3773348820" sldId="258"/>
            <ac:grpSpMk id="12" creationId="{0474DF76-993E-44DE-AFB0-C416182ACECF}"/>
          </ac:grpSpMkLst>
        </pc:grpChg>
        <pc:grpChg chg="add">
          <ac:chgData name="Dallas Taylor" userId="63a04d054ea7db99" providerId="LiveId" clId="{7DD8132B-6B5B-4778-BFC8-49BD314FA089}" dt="2025-12-15T04:05:07.852" v="1726" actId="26606"/>
          <ac:grpSpMkLst>
            <pc:docMk/>
            <pc:sldMk cId="3773348820" sldId="258"/>
            <ac:grpSpMk id="24" creationId="{0474DF76-993E-44DE-AFB0-C416182ACECF}"/>
          </ac:grpSpMkLst>
        </pc:grpChg>
        <pc:graphicFrameChg chg="add del">
          <ac:chgData name="Dallas Taylor" userId="63a04d054ea7db99" providerId="LiveId" clId="{7DD8132B-6B5B-4778-BFC8-49BD314FA089}" dt="2025-12-15T04:05:07.836" v="1725" actId="26606"/>
          <ac:graphicFrameMkLst>
            <pc:docMk/>
            <pc:sldMk cId="3773348820" sldId="258"/>
            <ac:graphicFrameMk id="5" creationId="{D9E80151-5452-84B9-5C18-17A63A0190FB}"/>
          </ac:graphicFrameMkLst>
        </pc:graphicFrameChg>
        <pc:cxnChg chg="add del">
          <ac:chgData name="Dallas Taylor" userId="63a04d054ea7db99" providerId="LiveId" clId="{7DD8132B-6B5B-4778-BFC8-49BD314FA089}" dt="2025-12-15T04:05:02.804" v="1723" actId="26606"/>
          <ac:cxnSpMkLst>
            <pc:docMk/>
            <pc:sldMk cId="3773348820" sldId="258"/>
            <ac:cxnSpMk id="17" creationId="{C49DA8F6-BCC1-4447-B54C-57856834B94B}"/>
          </ac:cxnSpMkLst>
        </pc:cxnChg>
        <pc:cxnChg chg="add">
          <ac:chgData name="Dallas Taylor" userId="63a04d054ea7db99" providerId="LiveId" clId="{7DD8132B-6B5B-4778-BFC8-49BD314FA089}" dt="2025-12-15T04:05:07.852" v="1726" actId="26606"/>
          <ac:cxnSpMkLst>
            <pc:docMk/>
            <pc:sldMk cId="3773348820" sldId="258"/>
            <ac:cxnSpMk id="26" creationId="{C49DA8F6-BCC1-4447-B54C-57856834B94B}"/>
          </ac:cxnSpMkLst>
        </pc:cxnChg>
      </pc:sldChg>
      <pc:sldChg chg="addSp modSp new mod setBg">
        <pc:chgData name="Dallas Taylor" userId="63a04d054ea7db99" providerId="LiveId" clId="{7DD8132B-6B5B-4778-BFC8-49BD314FA089}" dt="2025-12-15T04:05:18.651" v="1728" actId="26606"/>
        <pc:sldMkLst>
          <pc:docMk/>
          <pc:sldMk cId="2876957874" sldId="259"/>
        </pc:sldMkLst>
        <pc:spChg chg="mod">
          <ac:chgData name="Dallas Taylor" userId="63a04d054ea7db99" providerId="LiveId" clId="{7DD8132B-6B5B-4778-BFC8-49BD314FA089}" dt="2025-12-15T04:05:18.651" v="1728" actId="26606"/>
          <ac:spMkLst>
            <pc:docMk/>
            <pc:sldMk cId="2876957874" sldId="259"/>
            <ac:spMk id="2" creationId="{EC8F61DE-366A-8C01-9AC2-1DA43827E2A1}"/>
          </ac:spMkLst>
        </pc:spChg>
        <pc:spChg chg="mod">
          <ac:chgData name="Dallas Taylor" userId="63a04d054ea7db99" providerId="LiveId" clId="{7DD8132B-6B5B-4778-BFC8-49BD314FA089}" dt="2025-12-15T04:05:18.651" v="1728" actId="26606"/>
          <ac:spMkLst>
            <pc:docMk/>
            <pc:sldMk cId="2876957874" sldId="259"/>
            <ac:spMk id="3" creationId="{8F609603-55C4-4C06-8647-D87CEC535B25}"/>
          </ac:spMkLst>
        </pc:spChg>
        <pc:spChg chg="add">
          <ac:chgData name="Dallas Taylor" userId="63a04d054ea7db99" providerId="LiveId" clId="{7DD8132B-6B5B-4778-BFC8-49BD314FA089}" dt="2025-12-15T04:05:18.651" v="1728" actId="26606"/>
          <ac:spMkLst>
            <pc:docMk/>
            <pc:sldMk cId="2876957874" sldId="259"/>
            <ac:spMk id="8" creationId="{A2679492-7988-4050-9056-542444452411}"/>
          </ac:spMkLst>
        </pc:spChg>
        <pc:spChg chg="add">
          <ac:chgData name="Dallas Taylor" userId="63a04d054ea7db99" providerId="LiveId" clId="{7DD8132B-6B5B-4778-BFC8-49BD314FA089}" dt="2025-12-15T04:05:18.651" v="1728" actId="26606"/>
          <ac:spMkLst>
            <pc:docMk/>
            <pc:sldMk cId="2876957874" sldId="259"/>
            <ac:spMk id="10" creationId="{B091B163-7D61-4891-ABCF-5C13D9C418D0}"/>
          </ac:spMkLst>
        </pc:spChg>
        <pc:grpChg chg="add">
          <ac:chgData name="Dallas Taylor" userId="63a04d054ea7db99" providerId="LiveId" clId="{7DD8132B-6B5B-4778-BFC8-49BD314FA089}" dt="2025-12-15T04:05:18.651" v="1728" actId="26606"/>
          <ac:grpSpMkLst>
            <pc:docMk/>
            <pc:sldMk cId="2876957874" sldId="259"/>
            <ac:grpSpMk id="12" creationId="{0474DF76-993E-44DE-AFB0-C416182ACECF}"/>
          </ac:grpSpMkLst>
        </pc:grpChg>
        <pc:cxnChg chg="add">
          <ac:chgData name="Dallas Taylor" userId="63a04d054ea7db99" providerId="LiveId" clId="{7DD8132B-6B5B-4778-BFC8-49BD314FA089}" dt="2025-12-15T04:05:18.651" v="1728" actId="26606"/>
          <ac:cxnSpMkLst>
            <pc:docMk/>
            <pc:sldMk cId="2876957874" sldId="259"/>
            <ac:cxnSpMk id="17" creationId="{C49DA8F6-BCC1-4447-B54C-57856834B94B}"/>
          </ac:cxnSpMkLst>
        </pc:cxnChg>
      </pc:sldChg>
      <pc:sldChg chg="addSp modSp new mod setBg">
        <pc:chgData name="Dallas Taylor" userId="63a04d054ea7db99" providerId="LiveId" clId="{7DD8132B-6B5B-4778-BFC8-49BD314FA089}" dt="2025-12-15T04:05:14.186" v="1727" actId="26606"/>
        <pc:sldMkLst>
          <pc:docMk/>
          <pc:sldMk cId="834205968" sldId="260"/>
        </pc:sldMkLst>
        <pc:spChg chg="mod">
          <ac:chgData name="Dallas Taylor" userId="63a04d054ea7db99" providerId="LiveId" clId="{7DD8132B-6B5B-4778-BFC8-49BD314FA089}" dt="2025-12-15T04:05:14.186" v="1727" actId="26606"/>
          <ac:spMkLst>
            <pc:docMk/>
            <pc:sldMk cId="834205968" sldId="260"/>
            <ac:spMk id="2" creationId="{B01FA7B7-28EA-5B70-BE1C-4A869D4BBAA3}"/>
          </ac:spMkLst>
        </pc:spChg>
        <pc:spChg chg="mod">
          <ac:chgData name="Dallas Taylor" userId="63a04d054ea7db99" providerId="LiveId" clId="{7DD8132B-6B5B-4778-BFC8-49BD314FA089}" dt="2025-12-15T04:05:14.186" v="1727" actId="26606"/>
          <ac:spMkLst>
            <pc:docMk/>
            <pc:sldMk cId="834205968" sldId="260"/>
            <ac:spMk id="3" creationId="{6B6D6435-39E8-FC86-9383-F62E5238F988}"/>
          </ac:spMkLst>
        </pc:spChg>
        <pc:spChg chg="add">
          <ac:chgData name="Dallas Taylor" userId="63a04d054ea7db99" providerId="LiveId" clId="{7DD8132B-6B5B-4778-BFC8-49BD314FA089}" dt="2025-12-15T04:05:14.186" v="1727" actId="26606"/>
          <ac:spMkLst>
            <pc:docMk/>
            <pc:sldMk cId="834205968" sldId="260"/>
            <ac:spMk id="8" creationId="{A2679492-7988-4050-9056-542444452411}"/>
          </ac:spMkLst>
        </pc:spChg>
        <pc:spChg chg="add">
          <ac:chgData name="Dallas Taylor" userId="63a04d054ea7db99" providerId="LiveId" clId="{7DD8132B-6B5B-4778-BFC8-49BD314FA089}" dt="2025-12-15T04:05:14.186" v="1727" actId="26606"/>
          <ac:spMkLst>
            <pc:docMk/>
            <pc:sldMk cId="834205968" sldId="260"/>
            <ac:spMk id="10" creationId="{B091B163-7D61-4891-ABCF-5C13D9C418D0}"/>
          </ac:spMkLst>
        </pc:spChg>
        <pc:grpChg chg="add">
          <ac:chgData name="Dallas Taylor" userId="63a04d054ea7db99" providerId="LiveId" clId="{7DD8132B-6B5B-4778-BFC8-49BD314FA089}" dt="2025-12-15T04:05:14.186" v="1727" actId="26606"/>
          <ac:grpSpMkLst>
            <pc:docMk/>
            <pc:sldMk cId="834205968" sldId="260"/>
            <ac:grpSpMk id="12" creationId="{0474DF76-993E-44DE-AFB0-C416182ACECF}"/>
          </ac:grpSpMkLst>
        </pc:grpChg>
        <pc:cxnChg chg="add">
          <ac:chgData name="Dallas Taylor" userId="63a04d054ea7db99" providerId="LiveId" clId="{7DD8132B-6B5B-4778-BFC8-49BD314FA089}" dt="2025-12-15T04:05:14.186" v="1727" actId="26606"/>
          <ac:cxnSpMkLst>
            <pc:docMk/>
            <pc:sldMk cId="834205968" sldId="260"/>
            <ac:cxnSpMk id="17" creationId="{C49DA8F6-BCC1-4447-B54C-57856834B94B}"/>
          </ac:cxnSpMkLst>
        </pc:cxnChg>
      </pc:sldChg>
      <pc:sldChg chg="addSp delSp modSp new mod setBg">
        <pc:chgData name="Dallas Taylor" userId="63a04d054ea7db99" providerId="LiveId" clId="{7DD8132B-6B5B-4778-BFC8-49BD314FA089}" dt="2025-12-15T04:06:15.322" v="1736" actId="26606"/>
        <pc:sldMkLst>
          <pc:docMk/>
          <pc:sldMk cId="2338048269" sldId="261"/>
        </pc:sldMkLst>
        <pc:spChg chg="mod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2" creationId="{DA46DD82-98B2-6C4D-59AE-17B02867279B}"/>
          </ac:spMkLst>
        </pc:spChg>
        <pc:spChg chg="del">
          <ac:chgData name="Dallas Taylor" userId="63a04d054ea7db99" providerId="LiveId" clId="{7DD8132B-6B5B-4778-BFC8-49BD314FA089}" dt="2025-12-15T03:55:21.365" v="362" actId="478"/>
          <ac:spMkLst>
            <pc:docMk/>
            <pc:sldMk cId="2338048269" sldId="261"/>
            <ac:spMk id="3" creationId="{110B6A9C-B300-3CA5-92B1-EA8F7B4EA7B4}"/>
          </ac:spMkLst>
        </pc:spChg>
        <pc:spChg chg="add del">
          <ac:chgData name="Dallas Taylor" userId="63a04d054ea7db99" providerId="LiveId" clId="{7DD8132B-6B5B-4778-BFC8-49BD314FA089}" dt="2025-12-15T04:05:40.158" v="1730" actId="26606"/>
          <ac:spMkLst>
            <pc:docMk/>
            <pc:sldMk cId="2338048269" sldId="261"/>
            <ac:spMk id="10" creationId="{5BF4DF2C-F028-4921-9C23-41303F650A62}"/>
          </ac:spMkLst>
        </pc:spChg>
        <pc:spChg chg="add del">
          <ac:chgData name="Dallas Taylor" userId="63a04d054ea7db99" providerId="LiveId" clId="{7DD8132B-6B5B-4778-BFC8-49BD314FA089}" dt="2025-12-15T04:05:40.158" v="1730" actId="26606"/>
          <ac:spMkLst>
            <pc:docMk/>
            <pc:sldMk cId="2338048269" sldId="261"/>
            <ac:spMk id="12" creationId="{158B3569-73B2-4D05-8E95-886A6EE17F1F}"/>
          </ac:spMkLst>
        </pc:spChg>
        <pc:spChg chg="add del">
          <ac:chgData name="Dallas Taylor" userId="63a04d054ea7db99" providerId="LiveId" clId="{7DD8132B-6B5B-4778-BFC8-49BD314FA089}" dt="2025-12-15T04:05:52.440" v="1734" actId="26606"/>
          <ac:spMkLst>
            <pc:docMk/>
            <pc:sldMk cId="2338048269" sldId="261"/>
            <ac:spMk id="20" creationId="{D4771268-CB57-404A-9271-370EB28F6090}"/>
          </ac:spMkLst>
        </pc:spChg>
        <pc:spChg chg="add del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25" creationId="{A4AC5506-6312-4701-8D3C-40187889A947}"/>
          </ac:spMkLst>
        </pc:spChg>
        <pc:spChg chg="add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30" creationId="{A8384FB5-9ADC-4DDC-881B-597D56F5B15D}"/>
          </ac:spMkLst>
        </pc:spChg>
        <pc:spChg chg="add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32" creationId="{1199E1B1-A8C0-4FE8-A5A8-1CB41D69F857}"/>
          </ac:spMkLst>
        </pc:spChg>
        <pc:spChg chg="add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34" creationId="{84A8DE83-DE75-4B41-9DB4-A7EC0B0DEC0B}"/>
          </ac:spMkLst>
        </pc:spChg>
        <pc:spChg chg="add">
          <ac:chgData name="Dallas Taylor" userId="63a04d054ea7db99" providerId="LiveId" clId="{7DD8132B-6B5B-4778-BFC8-49BD314FA089}" dt="2025-12-15T04:06:15.322" v="1736" actId="26606"/>
          <ac:spMkLst>
            <pc:docMk/>
            <pc:sldMk cId="2338048269" sldId="261"/>
            <ac:spMk id="36" creationId="{A7009A0A-BEF5-4EAC-AF15-E4F9F002E239}"/>
          </ac:spMkLst>
        </pc:spChg>
        <pc:grpChg chg="add del">
          <ac:chgData name="Dallas Taylor" userId="63a04d054ea7db99" providerId="LiveId" clId="{7DD8132B-6B5B-4778-BFC8-49BD314FA089}" dt="2025-12-15T04:05:40.158" v="1730" actId="26606"/>
          <ac:grpSpMkLst>
            <pc:docMk/>
            <pc:sldMk cId="2338048269" sldId="261"/>
            <ac:grpSpMk id="16" creationId="{892B7B61-D701-474B-AE8F-EA238B550A78}"/>
          </ac:grpSpMkLst>
        </pc:grpChg>
        <pc:picChg chg="add mod">
          <ac:chgData name="Dallas Taylor" userId="63a04d054ea7db99" providerId="LiveId" clId="{7DD8132B-6B5B-4778-BFC8-49BD314FA089}" dt="2025-12-15T04:06:15.322" v="1736" actId="26606"/>
          <ac:picMkLst>
            <pc:docMk/>
            <pc:sldMk cId="2338048269" sldId="261"/>
            <ac:picMk id="5" creationId="{8F6EB91B-D29F-BB74-B5BA-485CF68E094E}"/>
          </ac:picMkLst>
        </pc:picChg>
        <pc:cxnChg chg="add del">
          <ac:chgData name="Dallas Taylor" userId="63a04d054ea7db99" providerId="LiveId" clId="{7DD8132B-6B5B-4778-BFC8-49BD314FA089}" dt="2025-12-15T04:05:40.158" v="1730" actId="26606"/>
          <ac:cxnSpMkLst>
            <pc:docMk/>
            <pc:sldMk cId="2338048269" sldId="261"/>
            <ac:cxnSpMk id="14" creationId="{56020367-4FD5-4596-8E10-C5F095CD8DBF}"/>
          </ac:cxnSpMkLst>
        </pc:cxnChg>
      </pc:sldChg>
      <pc:sldChg chg="addSp delSp modSp new mod setBg">
        <pc:chgData name="Dallas Taylor" userId="63a04d054ea7db99" providerId="LiveId" clId="{7DD8132B-6B5B-4778-BFC8-49BD314FA089}" dt="2025-12-15T04:06:18.683" v="1737" actId="26606"/>
        <pc:sldMkLst>
          <pc:docMk/>
          <pc:sldMk cId="3108468139" sldId="262"/>
        </pc:sldMkLst>
        <pc:spChg chg="mod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2" creationId="{5200C252-41A9-2F80-DBA5-C99BAE9EA1B9}"/>
          </ac:spMkLst>
        </pc:spChg>
        <pc:spChg chg="del">
          <ac:chgData name="Dallas Taylor" userId="63a04d054ea7db99" providerId="LiveId" clId="{7DD8132B-6B5B-4778-BFC8-49BD314FA089}" dt="2025-12-15T03:55:01.351" v="357" actId="478"/>
          <ac:spMkLst>
            <pc:docMk/>
            <pc:sldMk cId="3108468139" sldId="262"/>
            <ac:spMk id="3" creationId="{43A90530-65EA-AAFA-6FFF-7B3AB7D67757}"/>
          </ac:spMkLst>
        </pc:spChg>
        <pc:spChg chg="add del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10" creationId="{A4AC5506-6312-4701-8D3C-40187889A947}"/>
          </ac:spMkLst>
        </pc:spChg>
        <pc:spChg chg="add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15" creationId="{A8384FB5-9ADC-4DDC-881B-597D56F5B15D}"/>
          </ac:spMkLst>
        </pc:spChg>
        <pc:spChg chg="add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17" creationId="{1199E1B1-A8C0-4FE8-A5A8-1CB41D69F857}"/>
          </ac:spMkLst>
        </pc:spChg>
        <pc:spChg chg="add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19" creationId="{84A8DE83-DE75-4B41-9DB4-A7EC0B0DEC0B}"/>
          </ac:spMkLst>
        </pc:spChg>
        <pc:spChg chg="add">
          <ac:chgData name="Dallas Taylor" userId="63a04d054ea7db99" providerId="LiveId" clId="{7DD8132B-6B5B-4778-BFC8-49BD314FA089}" dt="2025-12-15T04:06:18.683" v="1737" actId="26606"/>
          <ac:spMkLst>
            <pc:docMk/>
            <pc:sldMk cId="3108468139" sldId="262"/>
            <ac:spMk id="21" creationId="{A7009A0A-BEF5-4EAC-AF15-E4F9F002E239}"/>
          </ac:spMkLst>
        </pc:spChg>
        <pc:picChg chg="add mod">
          <ac:chgData name="Dallas Taylor" userId="63a04d054ea7db99" providerId="LiveId" clId="{7DD8132B-6B5B-4778-BFC8-49BD314FA089}" dt="2025-12-15T04:06:18.683" v="1737" actId="26606"/>
          <ac:picMkLst>
            <pc:docMk/>
            <pc:sldMk cId="3108468139" sldId="262"/>
            <ac:picMk id="5" creationId="{B8F4DF67-69BA-4543-1E7A-4C91636E40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8E67-B02B-ECE9-4886-77400FA37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9F455-A7D9-CD8C-E63C-693AEED2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EA525-3756-8377-C753-3AD51C1F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51BD3-7505-2AEB-0BA2-F1C8775C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644E0-76F1-DFCD-E10F-B1FB0E2B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8F15-7EC1-F101-9107-98827805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3B20-55B2-CCB1-A473-430AB49F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458D-7F60-AB86-5492-B2065316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AB44-C3EA-EBCC-4A30-F65A7A74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114BF-686A-B1BC-089A-D883C0E8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2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2C99-E22B-BCE2-6A9C-0488ED41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2E4B8-E61B-1C19-34CB-E0487C7BA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AA6E-0496-4F48-7D76-1D5A2058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D0D09-0763-3FAE-B9A2-6D736764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878-2BF9-7313-4CE2-C7D94A7A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4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0E02-57B9-3EAA-B8BD-46ECB628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2CE64-D2AA-8FC3-D056-3B9C7139D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9B2AB-4D20-F464-46E0-F8CF9F80F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D7FFD-682F-8CCF-472C-656DC499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66A16-8520-EDED-0BD6-72B8260B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F9554-A344-DCBE-C330-074E75A5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1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BA3F-5F1D-D858-77C3-D69AAD0E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FA42-8A31-FDF4-9DF7-35DB0853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A4C1A-2718-CB2E-30D0-8AF58FC75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F8AD9-CF47-E515-9EFA-FE413BE3D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722F6-2076-1DE2-EC70-42828EB30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308E67-CC0A-B9FB-426F-F0FF249C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04BF6-5EF2-50DA-CA52-79F93FF5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12599-E018-6E33-B5D5-4183BE6B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6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10E9-E508-0BAF-B576-876AB740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AA76D-288F-51EB-3B90-35FE2A2F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999F0-FF4B-5431-8B2D-CA2DDDE7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2F814-724C-BEFD-C989-E974281F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4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6F375-9D71-D28A-597C-23128530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2DD44-BED1-0917-9D93-3D7F2116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7483D-CE90-7838-81E4-6A438657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9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046A-6567-14E1-5800-E97FC1B2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4870A-C8E4-F08F-5A9D-32B3A147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1C550-2E28-5D8F-6F3A-A4FE75AB0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EF40B-079E-ED8F-AACB-CB63A5DB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24DA7-2F0B-282A-5230-20168A55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D1550-FF4A-0217-CEAF-ED142A72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9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98E6-F85D-1D7E-AA7C-A3E5C19D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39EBE-51D4-A570-1C09-E62A76566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4F276-F0CE-1BDA-2F8B-376E2C888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9E9A7-7123-7F69-A033-E0306B0E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24A83-C71F-7A74-A9AB-96061A92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57DBD-B67C-DD05-DC60-CBE46650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1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7646-C32F-43BB-67CF-9B8A4116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B467D-5355-5638-07CE-F1E4BE525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09F4-94F0-DA13-E9B6-D2B4988A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0EED-D6E1-8939-6142-270DC722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345E-4590-A103-6525-A45F5FA0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7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A6270-1C99-E23B-9674-BDB79EC97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8277B-13DD-A18A-1E18-72B15BB5B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008C-81A7-254C-3C68-38A66EEE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C15F-CDCA-F002-BD69-43EA3E9D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1CA1F-A846-0AFA-FEF6-87F4DB14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1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C5924-A1F6-1119-9B3D-DA8490F7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1DAAC-2C1F-664C-25E1-54444F7B2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BD0B7-E295-26B1-FBA3-147D32E08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0F69F-F902-4DA3-A15F-669474FF8FB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7FD11-147C-851A-20D6-5AB1EB8D6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CF686-1BF8-C361-76E3-D5848D909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023A0-62D0-4C91-B481-1C029AD2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6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C4CE1-084A-2D30-2FD8-40755FC1A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Comparing Classification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AC960-E995-FFC1-4BD1-27ED8F714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039" y="5746197"/>
            <a:ext cx="3356230" cy="809747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Dallas E. Taylor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Western Governors University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604FD57-6B83-AFCD-8792-C4D0B4D0FB57}"/>
              </a:ext>
            </a:extLst>
          </p:cNvPr>
          <p:cNvSpPr txBox="1">
            <a:spLocks/>
          </p:cNvSpPr>
          <p:nvPr/>
        </p:nvSpPr>
        <p:spPr>
          <a:xfrm>
            <a:off x="2342759" y="3847821"/>
            <a:ext cx="8993127" cy="554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FFFFFF"/>
                </a:solidFill>
              </a:rPr>
              <a:t>Applying McNemar’s Test to Support Data Driven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10897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7C7C5-F35E-E0F3-DD72-999CCB88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7C82C-A93F-960E-3684-A30F034DD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Why compare classification models?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3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F2284-C9F4-C03C-8A97-0ABA4FDC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Organizational Need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0DC1D33-8F43-6B53-BEF0-0081BA684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How do we effectively compare classification models?</a:t>
            </a:r>
          </a:p>
          <a:p>
            <a:pPr lvl="1"/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Comparison of means and standard deviation – leaves out statistical rigor</a:t>
            </a:r>
          </a:p>
          <a:p>
            <a:pPr lvl="1"/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Training time, production response latency, interpretability</a:t>
            </a:r>
          </a:p>
          <a:p>
            <a:pPr lvl="1"/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Statistical testing – tells us when differences matter</a:t>
            </a:r>
          </a:p>
          <a:p>
            <a:pPr lvl="1"/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Combining all three into a holistic decision-making process</a:t>
            </a:r>
          </a:p>
          <a:p>
            <a:pPr lvl="1"/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Narrow model focus early – rigorous training and statistical comparison leads to holistic consideration of models</a:t>
            </a:r>
          </a:p>
          <a:p>
            <a:pPr lvl="1"/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Machine Learning practitioners need a standard, data-driven method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34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FA7B7-28EA-5B70-BE1C-4A869D4B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>
                <a:solidFill>
                  <a:srgbClr val="FFFFFF"/>
                </a:solidFill>
              </a:rPr>
              <a:t>Methodology Overview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6435-39E8-FC86-9383-F62E5238F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Project provides a methodological implementation for classifier comparison. Functions for: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Model training and tuning with nested k-fold cross-validation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Model performance and predictions data sets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Performance analysis – clustered bar charts, comparison of metric means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Statistical analysis – McNemar’s test, heatmap showing pairwise matchups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0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F61DE-366A-8C01-9AC2-1DA43827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Hypothesis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609603-55C4-4C06-8647-D87CEC535B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7233" y="518400"/>
                <a:ext cx="4771607" cy="5837949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>
                        <a:alpha val="80000"/>
                      </a:schemeClr>
                    </a:solidFill>
                  </a:rPr>
                  <a:t> - There is no statistically significant difference in the performance of each model pair being compared.</a:t>
                </a:r>
              </a:p>
              <a:p>
                <a:pPr marL="0" indent="0">
                  <a:buNone/>
                </a:pPr>
                <a:endParaRPr lang="en-US" sz="2000">
                  <a:solidFill>
                    <a:schemeClr val="tx1">
                      <a:alpha val="8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>
                                <a:alpha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>
                        <a:alpha val="80000"/>
                      </a:schemeClr>
                    </a:solidFill>
                  </a:rPr>
                  <a:t> - There is a statistically significant difference in the performance of model pairs.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609603-55C4-4C06-8647-D87CEC535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7233" y="518400"/>
                <a:ext cx="4771607" cy="5837949"/>
              </a:xfrm>
              <a:blipFill>
                <a:blip r:embed="rId2"/>
                <a:stretch>
                  <a:fillRect l="-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5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6DD82-98B2-6C4D-59AE-17B02867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Classic Comparison of Means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EB91B-D29F-BB74-B5BA-485CF68E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59" y="1966293"/>
            <a:ext cx="852088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4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0C252-41A9-2F80-DBA5-C99BAE9E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Heatmap Comparison: P-values vs Threshold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4DF67-69BA-4543-1E7A-4C91636E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972" y="1966293"/>
            <a:ext cx="597605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6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189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Comparing Classification Models</vt:lpstr>
      <vt:lpstr>Project Overview</vt:lpstr>
      <vt:lpstr>Organizational Need</vt:lpstr>
      <vt:lpstr>Methodology Overview</vt:lpstr>
      <vt:lpstr>Hypothesis</vt:lpstr>
      <vt:lpstr>Classic Comparison of Means</vt:lpstr>
      <vt:lpstr>Heatmap Comparison: P-values vs Threshold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Dallas Taylor</dc:creator>
  <cp:lastModifiedBy>Dallas Taylor</cp:lastModifiedBy>
  <cp:revision>1</cp:revision>
  <dcterms:created xsi:type="dcterms:W3CDTF">2025-12-15T03:51:25Z</dcterms:created>
  <dcterms:modified xsi:type="dcterms:W3CDTF">2025-12-15T04:06:24Z</dcterms:modified>
</cp:coreProperties>
</file>